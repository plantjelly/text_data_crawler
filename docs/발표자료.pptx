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4384000" cy="13716000"/>
  <p:notesSz cx="6858000" cy="9144000"/>
  <p:embeddedFontLst>
    <p:embeddedFont>
      <p:font typeface="Pretendard Bold" panose="020B0600000101010101" charset="-127"/>
      <p:bold r:id="rId8"/>
    </p:embeddedFont>
    <p:embeddedFont>
      <p:font typeface="Pretendard Medium" panose="020B0600000101010101" charset="-127"/>
      <p:bold r:id="rId9"/>
    </p:embeddedFont>
    <p:embeddedFont>
      <p:font typeface="Pretendard Regular" panose="020B0600000101010101" charset="-127"/>
      <p:regular r:id="rId10"/>
    </p:embeddedFont>
    <p:embeddedFont>
      <p:font typeface="Pretendard SemiBold" panose="020B0600000101010101" charset="-127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89400" y="4686300"/>
            <a:ext cx="161925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게임 리뷰 감성분석</a:t>
            </a:r>
          </a:p>
          <a:p>
            <a:pPr lvl="0" algn="ctr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5100" y="9156700"/>
            <a:ext cx="6261100" cy="1892300"/>
          </a:xfrm>
          <a:prstGeom prst="rect">
            <a:avLst/>
          </a:prstGeom>
        </p:spPr>
        <p:txBody>
          <a:bodyPr lIns="0" tIns="2370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한국폴리텍대학교</a:t>
            </a:r>
          </a:p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인공지능소프트웨어과</a:t>
            </a:r>
          </a:p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배성민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2026.06.23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289300" y="6057900"/>
            <a:ext cx="24130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9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178800" y="3848100"/>
          <a:ext cx="6909832" cy="6026016"/>
        </p:xfrm>
        <a:graphic>
          <a:graphicData uri="http://schemas.openxmlformats.org/drawingml/2006/table">
            <a:tbl>
              <a:tblPr/>
              <a:tblGrid>
                <a:gridCol w="180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008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008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시연영상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7284700" y="3848100"/>
          <a:ext cx="6909832" cy="6026016"/>
        </p:xfrm>
        <a:graphic>
          <a:graphicData uri="http://schemas.openxmlformats.org/drawingml/2006/table">
            <a:tbl>
              <a:tblPr/>
              <a:tblGrid>
                <a:gridCol w="180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008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구조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008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겪은 문제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3009900"/>
            <a:ext cx="17145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개요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270000" y="4445000"/>
          <a:ext cx="16371544" cy="7241112"/>
        </p:xfrm>
        <a:graphic>
          <a:graphicData uri="http://schemas.openxmlformats.org/drawingml/2006/table">
            <a:tbl>
              <a:tblPr/>
              <a:tblGrid>
                <a:gridCol w="1637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3704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게임 플랫폼 스팀에서 게임에 대한 리뷰를 크롤링하여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704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115만건의 리뷰에 대한 감성분석 모델을 제작하고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704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이를 통해 게임별로 리뷰 감성 분석 / 단어 빈도수 분석 서비스를 제작했습니다.</a:t>
                      </a:r>
                      <a:endParaRPr lang="en-US" sz="110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C7A4F0-F0B1-2C9B-762F-8F769DEE3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05000"/>
            <a:ext cx="22444060" cy="1076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70000" y="3009900"/>
            <a:ext cx="17145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467100" y="1993900"/>
            <a:ext cx="889000" cy="527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991600" y="1993900"/>
            <a:ext cx="889000" cy="527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503400" y="2006600"/>
            <a:ext cx="889000" cy="527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0040600" y="2006600"/>
            <a:ext cx="8890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431800" y="5892800"/>
            <a:ext cx="34290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5092700" y="5892800"/>
            <a:ext cx="3429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0617200" y="5892800"/>
            <a:ext cx="34290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6141700" y="5892800"/>
            <a:ext cx="34290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778000" y="43561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2500" y="43561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27000" y="43561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351500" y="43561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78000" y="6172200"/>
            <a:ext cx="3683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형태소 분석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02500" y="6172200"/>
            <a:ext cx="3987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정수 인코딩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69900" y="5715000"/>
            <a:ext cx="3759200" cy="179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길이 통일</a:t>
            </a:r>
          </a:p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(패드 시퀀스)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51500" y="6172200"/>
            <a:ext cx="41656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임베딩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467100" y="5829300"/>
            <a:ext cx="889000" cy="5270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9004300" y="5829300"/>
            <a:ext cx="889000" cy="527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516100" y="5829300"/>
            <a:ext cx="889000" cy="527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0040600" y="5829300"/>
            <a:ext cx="889000" cy="527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419100" y="9728200"/>
            <a:ext cx="3429000" cy="12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5105400" y="9728200"/>
            <a:ext cx="34290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0629900" y="9728200"/>
            <a:ext cx="34290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6154400" y="9728200"/>
            <a:ext cx="3429000" cy="127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790700" y="81788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5200" y="81788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39700" y="81788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364200" y="8178800"/>
            <a:ext cx="3352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7200" y="9550400"/>
            <a:ext cx="4546600" cy="179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Bidirectional LSTM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15200" y="9994900"/>
            <a:ext cx="3987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Dropout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39700" y="9994900"/>
            <a:ext cx="3759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ReLU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364200" y="9994900"/>
            <a:ext cx="41656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Sigmoid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0500" y="4495800"/>
            <a:ext cx="10223500" cy="1054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69400" y="939800"/>
            <a:ext cx="17653000" cy="814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4495800"/>
            <a:ext cx="10223500" cy="1054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52600" y="939800"/>
            <a:ext cx="9271000" cy="814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0500" y="5702300"/>
            <a:ext cx="10223500" cy="4140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169400" y="3733800"/>
            <a:ext cx="17653000" cy="807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5689600"/>
            <a:ext cx="10223500" cy="4152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52600" y="3733800"/>
            <a:ext cx="9271000" cy="805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533900" y="4648200"/>
            <a:ext cx="36957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101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문제점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67100" y="4648200"/>
            <a:ext cx="36830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101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해결방안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701800" y="5829300"/>
          <a:ext cx="9351441" cy="2899492"/>
        </p:xfrm>
        <a:graphic>
          <a:graphicData uri="http://schemas.openxmlformats.org/drawingml/2006/table">
            <a:tbl>
              <a:tblPr/>
              <a:tblGrid>
                <a:gridCol w="935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28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단방향 LSTM과 한국어 어순의 문제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5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서비스에서 Okt 형태소 분석 사용시 로딩시간 문제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한글로 표시되어있지만 타국언어로 리뷰가 적힌 문제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3322300" y="5829300"/>
          <a:ext cx="9351441" cy="2899492"/>
        </p:xfrm>
        <a:graphic>
          <a:graphicData uri="http://schemas.openxmlformats.org/drawingml/2006/table">
            <a:tbl>
              <a:tblPr/>
              <a:tblGrid>
                <a:gridCol w="935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28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Bidirectional LSTM 적용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5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서비스에선 Kiwipiepy 형태소 분석기 사용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6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정규표현식을 통해 한번 더 필터링</a:t>
                      </a:r>
                      <a:endParaRPr lang="en-US" sz="1100"/>
                    </a:p>
                  </a:txBody>
                  <a:tcPr marL="25400" marR="25400" marT="82844" marB="8284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270000" y="3009900"/>
            <a:ext cx="3378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겪은 문제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4600" y="6515100"/>
            <a:ext cx="1574800" cy="157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</Words>
  <Application>Microsoft Office PowerPoint</Application>
  <PresentationFormat>사용자 지정</PresentationFormat>
  <Paragraphs>46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Pretendard Bold</vt:lpstr>
      <vt:lpstr>Arial</vt:lpstr>
      <vt:lpstr>Pretendard SemiBold</vt:lpstr>
      <vt:lpstr>Calibri</vt:lpstr>
      <vt:lpstr>Pretendard Regular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배성민</cp:lastModifiedBy>
  <cp:revision>4</cp:revision>
  <dcterms:created xsi:type="dcterms:W3CDTF">2006-08-16T00:00:00Z</dcterms:created>
  <dcterms:modified xsi:type="dcterms:W3CDTF">2026-07-01T11:34:23Z</dcterms:modified>
</cp:coreProperties>
</file>